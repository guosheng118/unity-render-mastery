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RENDERING LAB  /  GENSHIN CHARACTER</a:t>
            </a:r>
            <a:endParaRPr sz="16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原神风格角色渲染
完整管线笔记</a:t>
            </a:r>
            <a:endParaRPr sz="3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身体 Ramp · 头发金属 · 脸 SDF · 倒插描边 · 平滑法线
平面倒影 + Cubemap 地板 · URP Volume 后处理</a:t>
            </a:r>
            <a:endParaRPr sz="17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17  ·  Barbara  ·  Body / Hair / Face / Outline / Floor / Volume</a:t>
            </a:r>
            <a:endParaRPr sz="13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CONTENTS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目录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23444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90472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C0BE"/>
                </a:solidFill>
                <a:latin typeface="Microsoft YaHei" panose="020B0503020204020204" charset="-122"/>
                <a:ea typeface="Microsoft YaHei" panose="020B0503020204020204" charset="-122"/>
              </a:rPr>
              <a:t>01  架构</a:t>
            </a:r>
            <a:endParaRPr sz="1600" b="1">
              <a:solidFill>
                <a:srgbClr val="5BC0B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236829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三套独立 Shader
ILM 通道约定
贴图导入</a:t>
            </a:r>
            <a:endParaRPr sz="14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490472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C0BE"/>
                </a:solidFill>
                <a:latin typeface="Microsoft YaHei" panose="020B0503020204020204" charset="-122"/>
                <a:ea typeface="Microsoft YaHei" panose="020B0503020204020204" charset="-122"/>
              </a:rPr>
              <a:t>02  身体 / 头发 / 脸</a:t>
            </a:r>
            <a:endParaRPr sz="1600" b="1">
              <a:solidFill>
                <a:srgbClr val="5BC0B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2152" y="2286000"/>
            <a:ext cx="236829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半兰伯特 Ramp
两档金属
水平 SDF</a:t>
            </a:r>
            <a:endParaRPr sz="14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490472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C0BE"/>
                </a:solidFill>
                <a:latin typeface="Microsoft YaHei" panose="020B0503020204020204" charset="-122"/>
                <a:ea typeface="Microsoft YaHei" panose="020B0503020204020204" charset="-122"/>
              </a:rPr>
              <a:t>03  描边</a:t>
            </a:r>
            <a:endParaRPr sz="1600" b="1">
              <a:solidFill>
                <a:srgbClr val="5BC0B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82512" y="2286000"/>
            <a:ext cx="236829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SRPDefaultUnlit
裁剪空间外扩
平滑法线进切线</a:t>
            </a:r>
            <a:endParaRPr sz="14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98280" y="1234440"/>
            <a:ext cx="2697480" cy="4663440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2872" y="1490472"/>
            <a:ext cx="2368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C0BE"/>
                </a:solidFill>
                <a:latin typeface="Microsoft YaHei" panose="020B0503020204020204" charset="-122"/>
                <a:ea typeface="Microsoft YaHei" panose="020B0503020204020204" charset="-122"/>
              </a:rPr>
              <a:t>04  展示场</a:t>
            </a:r>
            <a:endParaRPr sz="1600" b="1">
              <a:solidFill>
                <a:srgbClr val="5BC0B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62872" y="2286000"/>
            <a:ext cx="2368296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平面反射相机
天空 Cubemap
Bloom / Neutral</a:t>
            </a:r>
            <a:endParaRPr sz="14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01  ARCHITECTURE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三套 Shader，不要合成一张万能材质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3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角色约定：世界 +X 为脸朝前。灯光用 GetMainLight().direction（指向灯）。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Body / Hair / Face 分开：身体用法线阴影，脸用 SDF，头发还要切开丝高光和头饰金属。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共用 GenShin_Shared.hlsl 与 RenderLab.CharaDebugView。描边 Pass 三套都挂。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788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2004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Shader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路径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阴影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高光 / 其它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Body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RenderingLab/Yuanshen/Body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半兰伯特 → rampU × G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ilm.r 连续 Matcap；≥阈值再加 Blinn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Hair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RenderingLab/Yuanshen/Hair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同身体，A 只有两行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发丝 Blinn×B；金属 step(R)+Matcap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Face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RenderingLab/Genshin/Face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水平 SDF，不用 NdotL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无金属；Head Lightmap 分区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01  ARCHITECTURE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贴图各管什么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4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572000"/>
                <a:gridCol w="3383280"/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贴图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作用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导入要点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Diffuse / Base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固有色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 开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LightMap / ILM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高光权重  G 折叠阴影  B 锐度  A 选 Ramp 行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 关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Ramp 256×20（10 行×2px）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卡通明暗查表；Unity V=0 在底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Clamp、Point、关 Mip；防 NPOT 20→16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Face SDF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脸阴影形状（灰度距离场）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 关，Clamp、Point、关 Mip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Head Lightmap TGA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 皮肤吃 SDF；A 眼睛常亮；B=AO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 关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MetalMap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共用 Matcap，用视角法线 XY 采样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不是按角色 UV 画的遮罩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Diffuse_A / Emission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书本神之眼等自发光遮罩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 关；加算，不乘 Ramp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01  ARCHITECTURE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同一张 LightMap，三套语义不要混用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5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383280"/>
                <a:gridCol w="3474720"/>
                <a:gridCol w="3108960"/>
              </a:tblGrid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通道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身体 Body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头发 Hair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脸 Head Lightmap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Matcap 连续权重；≥阈值再加 Blinn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中间灰=发丝区；≥0.9 白=金属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皮肤：白吃 SDF，黑不吃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G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折叠阴影，128=全受光，*2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同左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几乎全白，忽略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Blinn 指数，越大越尖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发丝高光形状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AO（鼻底）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A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Ramp 行 round(a*2) → 0/1/2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Ramp 行 round(a)→0/1，不要当身体 *2 用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眼睛常亮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02  BODY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半兰伯特 → 阈值 → Ramp 的 U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6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N·L 做成 0~1 半兰伯特，暗部不会死黑。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smoothstep(阈值±平滑) 得到 rampU：0 暗、1 亮。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再乘 G：褶皱、腋下可强制进暗。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贴图里 128 = 正常受光，所以 saturate(g*2) 把 128 拉成 1。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漫反射：albedo × ramp × 灯光色。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98448"/>
            <a:ext cx="51206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foldShadow = saturate(ilm.g * 2);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NdotL = saturate(dot(N, L) * 0.5 + 0.5);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rampU = smoothstep(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_ShadowThreshold - _ShadowSmooth,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_ShadowThreshold + _ShadowSmooth,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NdotL);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rampU *= foldShadow;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02  BODY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A 通道选 Ramp 行，昼夜上下各 5 行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7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Ramp 10 行：白天 0~4，夜晚 5~9。V=0 是底部。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身体 A 三档灰：round(a*2) → 行号 0/1/2。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必须 LOD 0。Mip 会把相邻行混色。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高度 20 若被 NPOT 缩成 16，行会串——Point + 关 Mip。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_IsNight 目前是材质开关，不是全局 TOD。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98448"/>
            <a:ext cx="51206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row = round(ilm.a * 2.0);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row = clamp(row, 0.0, 2.0);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night = step(0.5, _IsNight);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rampV = 1.0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- (night * 5.0 + row + 0.5) / 10.0;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half3 ramp = SAMPLE_TEXTURE2D(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_RampMap, sampler_RampMap,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float2(rampU, rampV)).rgb;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02  BODY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两档金属：灰用 Matcap，金再用 Blinn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8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ilm.r 当连续权重：鞋头等灰金属也有 Matcap，黑布没有。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hardMetal = step(阈值, ilm.r)（约 0.9）只给金饰/书页额外 NdotH。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Matcap UV = 视角法线 XY * 0.5 + 0.5，不是模型 UV。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11247120" cy="315468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990088"/>
            <a:ext cx="10972800" cy="29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matcapUV = TransformWorldToViewDir(N, true).xy * 0.5 + 0.5;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half3 matcapCol = albedo * MetalMap(matcapUV) * ilm.r * intensity * light;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hardMetal = step(_MetalThreshold, ilm.r);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spec = pow(NdotH, lerp(8, 128, ilm.b)) * hardMetal * rampU;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final = albedo * ramp * light + matcapCol + specCol + rimCol + emission;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02  BODY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深度边缘光 + 自发光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9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沿视空间法线 XY 偏移采样深度，差分为 Rim，只乘 (1-rampU)。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Emission 用 Diffuse_A 小白点（书本水神印），加算，不乘 Ramp。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669280" cy="292608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218688"/>
            <a:ext cx="539496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offsetUV = nVS.xy * _RimWidth / _ScreenParams.xy;</a:t>
            </a:r>
            <a:endParaRPr sz="13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depthRim = saturate(depthQ - depthP) * _RimScale;</a:t>
            </a:r>
            <a:endParaRPr sz="13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rimMask  = depthRim * (1 - rampU);</a:t>
            </a:r>
            <a:endParaRPr sz="13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298448"/>
            <a:ext cx="51206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emitMask = SAMPLE(_EmissionMap).r;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half3 emission = albedo * emitMask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           * _EmissionCol * _EmissionIntensity;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finalColor += emission;   // 加，不是乘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sz="16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头发 Hair</a:t>
            </a:r>
            <a:endParaRPr sz="32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Ramp 几乎照搬身体，但 A 只有两档。头饰金属用 R 的高阈值，不能把头发的灰当成金属。</a:t>
            </a:r>
            <a:endParaRPr sz="18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10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03  HAIR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头发 Ramp 行：两档，不要按身体 *2 去打空白行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11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A 是 0 或 255。clamp(round(a*2), 0, 1) 或 round(a) 都可以，目标是只打 0/1 两行。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按身体 round(a*2) 且不 clamp 到 1，会打到空行。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Kajiya 各向异性试过又丢掉：UV 岛不是沿发丝走 U。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47120" cy="283464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10128"/>
            <a:ext cx="1097280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row = round(ilm.a * 2.0);</a:t>
            </a:r>
            <a:endParaRPr sz="16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row = clamp(row, 0.0, 1.0);   // 头发只有两行</a:t>
            </a:r>
            <a:endParaRPr sz="16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rampV = 1.0 - (night * 5.0 + row + 0.5) / 10.0;</a:t>
            </a:r>
            <a:endParaRPr sz="16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03  HAIR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发丝 Blinn + 头饰 Matcap，R 分三档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12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15568"/>
          <a:ext cx="112471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612648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ilm.r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区域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怎么用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接近 1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头饰金属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step(阈值) → MetalMap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中间灰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头发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不是金属；高光走 ilm.b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接近 0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头饰布/塑料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两套高光都不要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291840"/>
            <a:ext cx="11247120" cy="274320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01568"/>
            <a:ext cx="109728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metalMask = step(_MetalThreshold, ilm.r);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hairSpec = pow(NdotH, exp) * ilm.b * (1.0 - metalMask);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 metal = MetalMap(viewNormal.xy * 0.5 + 0.5).r * metalMask;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specCol = (hairSpec + metal) * color * intensity * rampU * light;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04  FACE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脸不用 NdotL：阴影形状画在 SDF 上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13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脸颊、鼻子的法线会让顶光/侧光算出写实暗部，和卡通脸对不上。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美术把「灯从左侧来时长什么样」画进一张灰度 SDF。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Shader 只问水平面里：灯偏前还是偏后？偏左还是偏右？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前/后 → 提高或降低比较阈值（正前全亮，正后全暗）。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左/右 → 翻转 UV.x，一张图当两张用。翻面发生在正前/正后。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绕世界 Y 转灯 = 改 L.xz，SDF 跟着走。</a:t>
            </a:r>
            <a:endParaRPr sz="17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04  FACE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只取灯光水平方向，并安全归一化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14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丢掉 Y 后 L.xz 长度 &lt; 1，要再归一化才能和脸朝前点积。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顶光 xz≈0：不能除零，fallback 成正前 (1,0) → 不画假侧影。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朝右不要用骨头 forward.xz（压平后不正交）。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Rxz = (-Fxz.y, Fxz.x)，在 XZ 里把朝前旋 90°。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94960" cy="4846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298448"/>
            <a:ext cx="512064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Lxz = L.xz;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lxzLen = length(Lxz);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Lxz = lxzLen &gt; 1e-4 ? Lxz / lxzLen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                : float2(1.0, 0.0);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Fxz = normalize(_FaceForwardWS.xz);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Rxz = float2(-Fxz.y, Fxz.x);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04  FACE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阈值比较 + 左右翻 UV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15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669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front = 1 正前、0 正侧、-1 正后。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threshold = 0.5 - front*0.5 → 正前 0（全亮），正后 1（全暗）。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step(L·R) 决定是否镜像 UV。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11247120" cy="27889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55848"/>
            <a:ext cx="1097280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front = dot(Lxz, Fxz);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threshold = saturate(0.5 - front * 0.5);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isRight = step(0.0, dot(Lxz, Rxz));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sdfUV.x = lerp(1.0 - uv.x, uv.x, isRight);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 faceShadow = smoothstep(threshold ± smooth, sdf);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04  FACE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SDF 要跟 Bip001 Head 转，不能写死世界 +X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16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SkinnedMesh 的物体矩阵是角色根。头转了，TransformObjectToWorldDir 也不会变。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FaceHeadOrientation：LateUpdate 读头骨，PropertyBlock 写 _FaceForwardWS。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Max 头骨局部 X 常沿脖子朝上。压平 Y 后再用 right，水平分量≈0，会永远 fallback 成世界 +X。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AutoHorizontal：每帧选水平分量最大的轴（含正负）。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11247120" cy="27889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55848"/>
            <a:ext cx="1097280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Vector3 fwd = FlattenYaw(GetFaceForwardWorld());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block.SetVector("_FaceForwardWS", fwd);   // 所有脸 Renderer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Rxz = float2(-Fxz.y, Fxz.x);       // 由朝前推朝右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04  FACE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Head Lightmap：先 R 再 A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17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必须先 R 再 A：眼睛若落在皮肤白区，最后用 A 打掉阴影。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B 是 AO，工程里 Debug 能看，finalColor 尚未乘 headilm.b。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G 几乎全白，不用。脸没有 Ramp / 夜 / 深度 Rim。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47120" cy="283464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10128"/>
            <a:ext cx="1097280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faceShadow = lerp(1.0, faceShadow, headilm.r);  // 非皮肤不受 SDF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faceShadow = lerp(faceShadow, 1.0, headilm.a);  // 眼睛常亮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shadowLit  = lerp(_FaceShadowColor, 1, faceShadow);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finalColor = albedo * shadowLit * light;        // 未乘 headilm.b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sz="16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描边 Outline</a:t>
            </a:r>
            <a:endParaRPr sz="32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倒插外壳 + 裁剪空间等像素外扩。URP 默认不画自定义 LightMode，要用 SRPDefaultUnlit，而且它画在 Forward 之前。</a:t>
            </a:r>
            <a:endParaRPr sz="18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18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05  OUTLINE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倒插外壳：Cull Front，LightMode 必须能被 URP 画到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19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顶点沿法线外扩，Cull Front 只留下轮廓。内缝会被 Forward 盖住。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Tags { LightMode = Outline } 默认 URP 不画。要用 SRPDefaultUnlit。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URP 把 Unlit 画在 UniversalForward 之前，所以 Pass 写在文件后面也没关系。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颜色：lerp(outlineColor, albedo * outlineColor, 0.5)。脸比身体细。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260604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493008"/>
            <a:ext cx="10972800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Pass {</a:t>
            </a:r>
            <a:endParaRPr sz="15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Name "Outline"</a:t>
            </a:r>
            <a:endParaRPr sz="15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Tags { "LightMode" = "SRPDefaultUnlit" }</a:t>
            </a:r>
            <a:endParaRPr sz="15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    Cull Front</a:t>
            </a:r>
            <a:endParaRPr sz="15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}</a:t>
            </a:r>
            <a:endParaRPr sz="15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05  OUTLINE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外扩要过投影矩阵的 2×2，再除屏幕像素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20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56692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只拿视空间法线 XY 会受宽高比影响，胶囊左右粗细不均。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clipDir = P 的 2×2 × nVS.xy，再 normalize，乘 width * w * 2 / screen。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normalVS.z = -0.5 那种修正，只用 XY 之后不再需要。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11247120" cy="27889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55848"/>
            <a:ext cx="10972800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float2 clipDir = mul((float2x2)UNITY_MATRIX_P, normalVS.xy);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clipDir = length(clipDir) &gt; 1e-5 ? normalize(clipDir) : float2(1, 0);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posCS.xy += clipDir * width * posCS.w * 2.0 / _ScreenParams.xy;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05  OUTLINE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平滑法线必须进 TANGENT</a:t>
            </a:r>
            <a:r>
              <a:rPr lang="en-US"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/UV2</a:t>
            </a:r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zh-CN"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但</a:t>
            </a:r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UV2 不会被蒙皮</a:t>
            </a:r>
            <a:r>
              <a:rPr lang="zh-CN"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会有一点瑕疵</a:t>
            </a:r>
            <a:endParaRPr lang="zh-CN"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21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硬法线给光照（布料折边），平滑法线给挤轮廓。导入时按位置平均法线。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Unity 蒙皮只变 POSITION / NORMAL / TANGENT。UV 只插值，动作一弯描边就裂。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UV 还经常存成 float2，法线 Z 会丢。TANGENT 是 float4 且跟着骨骼。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SmoothOutlineNormalPostprocessor 写 TANGENT.xyz，保留 w。菜单：Reimport Models。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没有 Normal Map 时可以占切线。头发当前 Blinn 也不依赖真正的 TBN。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47120" cy="2560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38728"/>
            <a:ext cx="1097280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float3 n = (dot(smooth, smooth) &gt; 0.01) ? smooth : normalOS;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// OutlineAttributes: float4 tangentOS : TANGENT;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GenshinOutlinePositionCS(pos, normalOS, tangentOS.xyz, width);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05  OUTLINE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以后要上 Normal Map：切线留给 TBN，平滑法线改存切线空间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22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168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物体空间平滑法线直接写进 TANGENT，和法线贴图抢通道。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替代：绑定姿势把 smooth 点到 TBN 上，塞 UV2；动画后用蒙皮过的 TBN 重建。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道理和法线贴图一样：数据停在切线空间，TBN 一转，方向跟着走。UV 本身不</a:t>
            </a:r>
            <a:r>
              <a:rPr lang="zh-CN"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会</a:t>
            </a: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蒙皮。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静止、均匀缩放时，和直接写切线肉眼几乎一样；非均匀缩放 / TBN 重建不一致才会略歪。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现在这套角色没有 Normal Map，继续直接用切线更干净。</a:t>
            </a:r>
            <a:endParaRPr sz="16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06</a:t>
            </a:r>
            <a:endParaRPr sz="16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展示场：倒影不是 SSR</a:t>
            </a:r>
            <a:endParaRPr sz="32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角色用镜像相机再画一遍；天空用 Cubemap 反射向量。粒子云以后走平面 RT，火星不要进反射相机。</a:t>
            </a:r>
            <a:endParaRPr sz="18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23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06  SHOWCASE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平面倒影：隐藏相机 + 斜裁剪 + 反转剔除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24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PlanarReflection 挂在地板上。相机 HideAndDontSave，enabled=false，主相机 Begin 时手动 Render。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worldToCamera = main.worldToCamera × 反射矩阵。斜近裁剪切掉镜子背面。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GL.invertCulling：镜像后绕组反了，正向 Cull Back 和描边 Cull Front 都还正确。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清成透明黑，只留下角色（含描边）。地板自己渲染时关掉，避免套娃。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地板用屏幕 UV 采样 RT：点在平面上时，主相机和镜像相机投到同一像素。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11247120" cy="246888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630168"/>
            <a:ext cx="1097280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dest.worldToCameraMatrix = src.worldToCameraMatrix * reflection;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dest.projectionMatrix    = src.CalculateObliqueMatrix(clipPlane);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GL.invertCulling = true;  dest.Render();  GL.invertCulling = false;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06  SHOWCASE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天空是 Cubemap，不是 SSR；地平线亮带能藏接缝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25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水平镜采的是天上那一半：R = reflect(-V, +Y)。近处地板采天顶（暗+星），擦边采赤道（亮青）。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屏幕下方暗，是倒过来的天顶，不是 cubemap 下半球涂黑。星点能和天上对称，就是这个。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SSR 会把前景粒子也糊进地板，出屏就缺。展示界面要绕人转，用平面反射才稳。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面片要铺过地平线，不要把网格边裁在红线上。Fresnel 擦边→1，亮青接上天空盒。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飘动的云以后进同一张平面 RT（Alpha Blend）；加法粒子 alpha=0 会被当前 mask 乘没。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3611880"/>
            <a:ext cx="11247120" cy="237744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721608"/>
            <a:ext cx="109728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float3 R = reflect(-V, N);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half3 sky = SampleSkyCubemap(R, _SkyMip);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col = lerp(_FloorColor, sky, fresnel);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5BC0BE"/>
                </a:solidFill>
                <a:latin typeface="Consolas" panose="020B0609020204030204"/>
                <a:ea typeface="Microsoft YaHei" panose="020B0503020204020204" charset="-122"/>
              </a:rPr>
              <a:t>col = lerp(col, planar.rgb * tint, planar.a * fade);</a:t>
            </a:r>
            <a:endParaRPr sz="1400" b="0">
              <a:solidFill>
                <a:srgbClr val="5BC0BE"/>
              </a:solidFill>
              <a:latin typeface="Consolas" panose="020B0609020204030204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07  POST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URP Volume：Bloom + Neutral，不要 ACES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26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相机已开 Post Processing，全局 Volume 已在场景里。当前 Tonemapping Mode=None，等于没做色调映射。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•  后处理吃 HDR&gt;1：书本 emission、金属、粒子才会进 Bloom；Ramp 里的衣服是 0~1。</a:t>
            </a:r>
            <a:endParaRPr sz="1500" b="0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88036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48056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Override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作用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建议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Bloom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发光点晕开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Threshold 0.9~1.2，Intensity 0.25~0.6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Tonemapping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HDR 收进显示器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Neutral；ACES 会把二次元压脏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Color Adjustments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对比 / 饱和 / 曝光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Contrast、Saturation 约 10~20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Vignette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可选压四角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Intensity ≤ 0.15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Depth of Field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全身展示不要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关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WORKFLOW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先 Debug 通道，再接算法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27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80560"/>
              </a:tblGrid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DebugView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应该看到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不对时查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ilmR/G/B/A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身体/头发通道各管各的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sRGB、接错贴图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rampU / ramp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亮暗分界、行颜色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Point、Mip、行号 *2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SDF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侧光才有鼻子/脸颊形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阈值被推到 0 或 1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headilmR / A / B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脸白、眼白、鼻底暗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TGA 通道拆反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specular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头发灰区发丝；头饰白点金属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Metal 阈值太低吃到灰发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tangentWS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平滑描边法线（烘进切线后）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没 Reimport / 仍用 UV2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PITFALLS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做过的坑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28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20700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URP 后处理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496" y="151790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Renderer 没带 PostProcessData，相机 PP 全灭。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80" y="111556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20700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Depth Priming Forced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5696" y="151790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没 DepthOnly 时角色消失；和 MSAA 也冲突。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83879" y="111556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5" y="120700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Ramp NPOT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11895" y="151790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高度 20 缩成 16。Clamp + Point + 关 Mip，LOD 0。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11480" y="239572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" y="248716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脸写成 dot(F,R)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496" y="27980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灯没参与，转灯 SDF 不动。必须 dot(Lxz,Fxz)。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80" y="239572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48716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头骨 right 压平 Y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25696" y="27980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X 沿脖子朝上时水平分量为 0，阴影钉死。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83879" y="2395728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5" y="2487168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头发 A 当身体 *2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11895" y="2798064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打到空白行。头发只有 0/1 两档。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11480" y="367588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76732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ilm.r 当连续金属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9496" y="407822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灰头发变铬。硬金属必须 step(0.9)。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97680" y="367588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25696" y="376732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LightMode=Outline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425696" y="407822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URP 不画。改 SRPDefaultUnlit。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183879" y="367588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5" y="376732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描边混了宽高比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5" y="407822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要用 P 的 2×2，再 / _ScreenParams。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11480" y="495604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" y="504748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平滑法线进 UV2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9496" y="535838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不蒙皮，Z 还可能丢。写 TANGENT。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297680" y="495604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25696" y="504748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展示当场当 SSR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425696" y="535838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粒子会进地板、出屏会缺。角色走平面相机。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183879" y="4956047"/>
            <a:ext cx="3749039" cy="1170432"/>
          </a:xfrm>
          <a:prstGeom prst="roundRect">
            <a:avLst>
              <a:gd name="adj" fmla="val 8000"/>
            </a:avLst>
          </a:prstGeom>
          <a:solidFill>
            <a:srgbClr val="1C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5" y="504748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网格边裁在地平线</a:t>
            </a:r>
            <a:endParaRPr sz="13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11895" y="5358383"/>
            <a:ext cx="34930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镜头一动接缝就露。面片要铺过视平线。</a:t>
            </a:r>
            <a:endParaRPr sz="12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C547"/>
                </a:solidFill>
                <a:latin typeface="Microsoft YaHei" panose="020B0503020204020204" charset="-122"/>
                <a:ea typeface="Microsoft YaHei" panose="020B0503020204020204" charset="-122"/>
              </a:rPr>
              <a:t>INDEX</a:t>
            </a:r>
            <a:endParaRPr sz="1200" b="1">
              <a:solidFill>
                <a:srgbClr val="E8C547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1DE"/>
                </a:solidFill>
                <a:latin typeface="Microsoft YaHei" panose="020B0503020204020204" charset="-122"/>
                <a:ea typeface="Microsoft YaHei" panose="020B0503020204020204" charset="-122"/>
              </a:rPr>
              <a:t>工程文件</a:t>
            </a:r>
            <a:endParaRPr sz="2400" b="1">
              <a:solidFill>
                <a:srgbClr val="F4F1D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280160" cy="54864"/>
          </a:xfrm>
          <a:prstGeom prst="rect">
            <a:avLst/>
          </a:prstGeom>
          <a:solidFill>
            <a:srgbClr val="5BC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Unity 6.3 URP  ·  RenderingLab  ·  原神风格角色渲染（完整管线）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07040" y="65379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2C8"/>
                </a:solidFill>
                <a:latin typeface="Microsoft YaHei" panose="020B0503020204020204" charset="-122"/>
                <a:ea typeface="Microsoft YaHei" panose="020B0503020204020204" charset="-122"/>
              </a:rPr>
              <a:t>29 / 32</a:t>
            </a:r>
            <a:endParaRPr sz="1100" b="0">
              <a:solidFill>
                <a:srgbClr val="A8B2C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15568"/>
          <a:ext cx="112471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303520"/>
              </a:tblGrid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文件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E8C547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职责</a:t>
                      </a:r>
                      <a:endParaRPr sz="1300" b="1">
                        <a:solidFill>
                          <a:srgbClr val="E8C547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C243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Yuanshen/Shader/Genshin_Body.shader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Ramp / ILM / Matcap+Blinn / 深度 Rim / Emission / Outline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Yuanshen/Shader/Genshin_Hair.shader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两行 Ramp / 发丝高光 / 金属 Matcap / Outline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Yuanshen/Shader/Genshin_Face.shader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SDF + 头朝向 + Head Lightmap / Outline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Yuanshen/Shader/Genshin_Outline.hlsl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裁剪空间外扩；优先用切线里的平滑法线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Yuanshen/Shader/Genshin_Floor.shader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Cubemap 天空 + 平面 RT 角色倒影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Cha/Scripts/FaceHeadOrientation.cs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Bip001 Head → _FaceForwardWS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Cha/Scripts/PlanarReflection.cs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镜像相机、斜裁剪、全局 _PlanarReflectionTex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61C2C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Cha/Scripts/Editor/SmoothOutlineNormalBaker.cs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4F1DE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导入时平均法线写入 TANGENT</a:t>
                      </a:r>
                      <a:endParaRPr sz="1200" b="0">
                        <a:solidFill>
                          <a:srgbClr val="F4F1DE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>
                    <a:solidFill>
                      <a:srgbClr val="141A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11216</Words>
  <Application>WPS 演示</Application>
  <PresentationFormat>On-screen Show (4:3)</PresentationFormat>
  <Paragraphs>741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</vt:lpstr>
      <vt:lpstr>宋体</vt:lpstr>
      <vt:lpstr>Wingdings</vt:lpstr>
      <vt:lpstr>Arial</vt:lpstr>
      <vt:lpstr>Microsoft YaHei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郭圣～～</cp:lastModifiedBy>
  <cp:revision>2</cp:revision>
  <dcterms:created xsi:type="dcterms:W3CDTF">2013-01-27T09:14:00Z</dcterms:created>
  <dcterms:modified xsi:type="dcterms:W3CDTF">2026-09-13T03:15:40Z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8E50F5258A204C2CB6E8F3EDC42A2444_12</vt:lpwstr>
  </property>
</Properties>
</file>